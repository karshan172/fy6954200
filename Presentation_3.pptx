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FD7FC0-431F-B449-A7E7-798E2DEABD67}" v="11" dt="2025-12-05T14:15:06.662"/>
    <p1510:client id="{39CAE2A0-8F21-1F48-AA44-4725A7971780}" v="4" dt="2025-12-05T15:31:48.7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625D42-9DA3-4E9B-ADB8-8833F89ACE8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6DE7C71-FD0E-4085-AD79-E182DEAD3291}">
      <dgm:prSet/>
      <dgm:spPr/>
      <dgm:t>
        <a:bodyPr/>
        <a:lstStyle/>
        <a:p>
          <a:r>
            <a:rPr lang="en-GB"/>
            <a:t>Classical computers struggle with high‑dimensional problems.</a:t>
          </a:r>
          <a:endParaRPr lang="en-US"/>
        </a:p>
      </dgm:t>
    </dgm:pt>
    <dgm:pt modelId="{719E70CB-37C5-4367-9039-145D3FB985BE}" type="parTrans" cxnId="{10D7ACE2-1FA4-4E61-93BF-139312D3E132}">
      <dgm:prSet/>
      <dgm:spPr/>
      <dgm:t>
        <a:bodyPr/>
        <a:lstStyle/>
        <a:p>
          <a:endParaRPr lang="en-US"/>
        </a:p>
      </dgm:t>
    </dgm:pt>
    <dgm:pt modelId="{78FD9286-1814-4DA4-B8D5-5F9B2751A3DB}" type="sibTrans" cxnId="{10D7ACE2-1FA4-4E61-93BF-139312D3E132}">
      <dgm:prSet/>
      <dgm:spPr/>
      <dgm:t>
        <a:bodyPr/>
        <a:lstStyle/>
        <a:p>
          <a:endParaRPr lang="en-US"/>
        </a:p>
      </dgm:t>
    </dgm:pt>
    <dgm:pt modelId="{264900FE-B28D-4CB9-BB65-8CC0BD6830E2}">
      <dgm:prSet/>
      <dgm:spPr/>
      <dgm:t>
        <a:bodyPr/>
        <a:lstStyle/>
        <a:p>
          <a:r>
            <a:rPr lang="en-GB"/>
            <a:t>Quantum computing uses qubits to process richer information.</a:t>
          </a:r>
          <a:endParaRPr lang="en-US"/>
        </a:p>
      </dgm:t>
    </dgm:pt>
    <dgm:pt modelId="{7A3DA6F8-2047-4D8A-8120-6A69E100CA58}" type="parTrans" cxnId="{0AE8881F-D0B8-4A14-B4C5-0E47349622EF}">
      <dgm:prSet/>
      <dgm:spPr/>
      <dgm:t>
        <a:bodyPr/>
        <a:lstStyle/>
        <a:p>
          <a:endParaRPr lang="en-US"/>
        </a:p>
      </dgm:t>
    </dgm:pt>
    <dgm:pt modelId="{9E785D4A-B590-4AA3-97EA-2D44094D089A}" type="sibTrans" cxnId="{0AE8881F-D0B8-4A14-B4C5-0E47349622EF}">
      <dgm:prSet/>
      <dgm:spPr/>
      <dgm:t>
        <a:bodyPr/>
        <a:lstStyle/>
        <a:p>
          <a:endParaRPr lang="en-US"/>
        </a:p>
      </dgm:t>
    </dgm:pt>
    <dgm:pt modelId="{F1CCF874-29B6-4F8E-9DD5-AE49A843C2A3}">
      <dgm:prSet/>
      <dgm:spPr/>
      <dgm:t>
        <a:bodyPr/>
        <a:lstStyle/>
        <a:p>
          <a:r>
            <a:rPr lang="en-GB"/>
            <a:t>NISQ devices allow experimentation despite noise.</a:t>
          </a:r>
          <a:endParaRPr lang="en-US"/>
        </a:p>
      </dgm:t>
    </dgm:pt>
    <dgm:pt modelId="{8F002C97-98A9-4E2B-85A7-E2067838BC8E}" type="parTrans" cxnId="{FD15F675-94A2-43FF-B8F2-2F0D50B6ED7B}">
      <dgm:prSet/>
      <dgm:spPr/>
      <dgm:t>
        <a:bodyPr/>
        <a:lstStyle/>
        <a:p>
          <a:endParaRPr lang="en-US"/>
        </a:p>
      </dgm:t>
    </dgm:pt>
    <dgm:pt modelId="{3141006F-87A0-492C-9BF1-D92951E874B2}" type="sibTrans" cxnId="{FD15F675-94A2-43FF-B8F2-2F0D50B6ED7B}">
      <dgm:prSet/>
      <dgm:spPr/>
      <dgm:t>
        <a:bodyPr/>
        <a:lstStyle/>
        <a:p>
          <a:endParaRPr lang="en-US"/>
        </a:p>
      </dgm:t>
    </dgm:pt>
    <dgm:pt modelId="{80041104-3442-4601-B8DE-21DD0C82C3A2}">
      <dgm:prSet/>
      <dgm:spPr/>
      <dgm:t>
        <a:bodyPr/>
        <a:lstStyle/>
        <a:p>
          <a:r>
            <a:rPr lang="en-GB"/>
            <a:t>Quantum computing may enable breakthroughs in optimisation.</a:t>
          </a:r>
          <a:endParaRPr lang="en-US"/>
        </a:p>
      </dgm:t>
    </dgm:pt>
    <dgm:pt modelId="{DDFC7161-592F-4B35-AD9B-68A6394E5FB6}" type="parTrans" cxnId="{B83F9486-8F10-4E62-A8AC-2D43B1C818E0}">
      <dgm:prSet/>
      <dgm:spPr/>
      <dgm:t>
        <a:bodyPr/>
        <a:lstStyle/>
        <a:p>
          <a:endParaRPr lang="en-US"/>
        </a:p>
      </dgm:t>
    </dgm:pt>
    <dgm:pt modelId="{C6A476F6-23C9-48D8-ABC0-539B8D39C55E}" type="sibTrans" cxnId="{B83F9486-8F10-4E62-A8AC-2D43B1C818E0}">
      <dgm:prSet/>
      <dgm:spPr/>
      <dgm:t>
        <a:bodyPr/>
        <a:lstStyle/>
        <a:p>
          <a:endParaRPr lang="en-US"/>
        </a:p>
      </dgm:t>
    </dgm:pt>
    <dgm:pt modelId="{6DE238F9-B317-4A54-8049-C8E1C52829E1}">
      <dgm:prSet/>
      <dgm:spPr/>
      <dgm:t>
        <a:bodyPr/>
        <a:lstStyle/>
        <a:p>
          <a:r>
            <a:rPr lang="en-GB"/>
            <a:t>Nielsen &amp; Chuang</a:t>
          </a:r>
          <a:endParaRPr lang="en-US"/>
        </a:p>
      </dgm:t>
    </dgm:pt>
    <dgm:pt modelId="{FC425F02-4EF7-4E38-B456-2D62723F0089}" type="parTrans" cxnId="{8075700D-4FA1-4E79-891B-14A23585ADE7}">
      <dgm:prSet/>
      <dgm:spPr/>
      <dgm:t>
        <a:bodyPr/>
        <a:lstStyle/>
        <a:p>
          <a:endParaRPr lang="en-US"/>
        </a:p>
      </dgm:t>
    </dgm:pt>
    <dgm:pt modelId="{6AF23E7E-FF56-4DBF-8072-70B9C52028ED}" type="sibTrans" cxnId="{8075700D-4FA1-4E79-891B-14A23585ADE7}">
      <dgm:prSet/>
      <dgm:spPr/>
      <dgm:t>
        <a:bodyPr/>
        <a:lstStyle/>
        <a:p>
          <a:endParaRPr lang="en-US"/>
        </a:p>
      </dgm:t>
    </dgm:pt>
    <dgm:pt modelId="{6CCA96B5-5E83-4B52-86FC-966DC5497037}">
      <dgm:prSet/>
      <dgm:spPr/>
      <dgm:t>
        <a:bodyPr/>
        <a:lstStyle/>
        <a:p>
          <a:r>
            <a:rPr lang="en-GB"/>
            <a:t>Biamonte et al., 2017</a:t>
          </a:r>
          <a:endParaRPr lang="en-US"/>
        </a:p>
      </dgm:t>
    </dgm:pt>
    <dgm:pt modelId="{6D4D9956-0DE8-41B7-9DA4-CDCB6D732C13}" type="parTrans" cxnId="{AADE3AD3-1747-4320-A12A-3A0CD0057879}">
      <dgm:prSet/>
      <dgm:spPr/>
      <dgm:t>
        <a:bodyPr/>
        <a:lstStyle/>
        <a:p>
          <a:endParaRPr lang="en-US"/>
        </a:p>
      </dgm:t>
    </dgm:pt>
    <dgm:pt modelId="{D244E6D1-09A7-4625-A0C2-C516C6D1CD16}" type="sibTrans" cxnId="{AADE3AD3-1747-4320-A12A-3A0CD0057879}">
      <dgm:prSet/>
      <dgm:spPr/>
      <dgm:t>
        <a:bodyPr/>
        <a:lstStyle/>
        <a:p>
          <a:endParaRPr lang="en-US"/>
        </a:p>
      </dgm:t>
    </dgm:pt>
    <dgm:pt modelId="{A6765856-F998-49D9-BBAB-4489DBAC4318}" type="pres">
      <dgm:prSet presAssocID="{41625D42-9DA3-4E9B-ADB8-8833F89ACE8F}" presName="root" presStyleCnt="0">
        <dgm:presLayoutVars>
          <dgm:dir/>
          <dgm:resizeHandles val="exact"/>
        </dgm:presLayoutVars>
      </dgm:prSet>
      <dgm:spPr/>
    </dgm:pt>
    <dgm:pt modelId="{F2A92E32-7F12-4F49-A70F-4E7C99C0E156}" type="pres">
      <dgm:prSet presAssocID="{E6DE7C71-FD0E-4085-AD79-E182DEAD3291}" presName="compNode" presStyleCnt="0"/>
      <dgm:spPr/>
    </dgm:pt>
    <dgm:pt modelId="{441A8884-9FB4-4ABD-8253-1261D3616266}" type="pres">
      <dgm:prSet presAssocID="{E6DE7C71-FD0E-4085-AD79-E182DEAD3291}" presName="bgRect" presStyleLbl="bgShp" presStyleIdx="0" presStyleCnt="4"/>
      <dgm:spPr/>
    </dgm:pt>
    <dgm:pt modelId="{C927DC80-88ED-4625-9D6E-3C15BA6B6D56}" type="pres">
      <dgm:prSet presAssocID="{E6DE7C71-FD0E-4085-AD79-E182DEAD329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DA10C6E-6884-4DA2-B4BC-8C0B64954370}" type="pres">
      <dgm:prSet presAssocID="{E6DE7C71-FD0E-4085-AD79-E182DEAD3291}" presName="spaceRect" presStyleCnt="0"/>
      <dgm:spPr/>
    </dgm:pt>
    <dgm:pt modelId="{E39F7712-21E3-481D-B265-6A1075B7EA85}" type="pres">
      <dgm:prSet presAssocID="{E6DE7C71-FD0E-4085-AD79-E182DEAD3291}" presName="parTx" presStyleLbl="revTx" presStyleIdx="0" presStyleCnt="5">
        <dgm:presLayoutVars>
          <dgm:chMax val="0"/>
          <dgm:chPref val="0"/>
        </dgm:presLayoutVars>
      </dgm:prSet>
      <dgm:spPr/>
    </dgm:pt>
    <dgm:pt modelId="{60B185C4-6EF9-45FA-91C2-8EE7E057F73B}" type="pres">
      <dgm:prSet presAssocID="{78FD9286-1814-4DA4-B8D5-5F9B2751A3DB}" presName="sibTrans" presStyleCnt="0"/>
      <dgm:spPr/>
    </dgm:pt>
    <dgm:pt modelId="{8B815CCD-FFA9-45D4-9DCF-BEDA546C00EE}" type="pres">
      <dgm:prSet presAssocID="{264900FE-B28D-4CB9-BB65-8CC0BD6830E2}" presName="compNode" presStyleCnt="0"/>
      <dgm:spPr/>
    </dgm:pt>
    <dgm:pt modelId="{7C7EBAB4-BD06-46F4-8D75-B568526631FA}" type="pres">
      <dgm:prSet presAssocID="{264900FE-B28D-4CB9-BB65-8CC0BD6830E2}" presName="bgRect" presStyleLbl="bgShp" presStyleIdx="1" presStyleCnt="4"/>
      <dgm:spPr/>
    </dgm:pt>
    <dgm:pt modelId="{A77037A0-8900-4073-9EF0-54260D38CC52}" type="pres">
      <dgm:prSet presAssocID="{264900FE-B28D-4CB9-BB65-8CC0BD6830E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045FDDD3-4C3E-4CB0-B5DC-29676F675663}" type="pres">
      <dgm:prSet presAssocID="{264900FE-B28D-4CB9-BB65-8CC0BD6830E2}" presName="spaceRect" presStyleCnt="0"/>
      <dgm:spPr/>
    </dgm:pt>
    <dgm:pt modelId="{6CA8AFD7-8043-4443-A825-04457F8A3D12}" type="pres">
      <dgm:prSet presAssocID="{264900FE-B28D-4CB9-BB65-8CC0BD6830E2}" presName="parTx" presStyleLbl="revTx" presStyleIdx="1" presStyleCnt="5">
        <dgm:presLayoutVars>
          <dgm:chMax val="0"/>
          <dgm:chPref val="0"/>
        </dgm:presLayoutVars>
      </dgm:prSet>
      <dgm:spPr/>
    </dgm:pt>
    <dgm:pt modelId="{EE1D6435-6439-4D39-972A-2F0248375E92}" type="pres">
      <dgm:prSet presAssocID="{9E785D4A-B590-4AA3-97EA-2D44094D089A}" presName="sibTrans" presStyleCnt="0"/>
      <dgm:spPr/>
    </dgm:pt>
    <dgm:pt modelId="{F9657964-8757-4B18-87F4-C5ADDAAD4462}" type="pres">
      <dgm:prSet presAssocID="{F1CCF874-29B6-4F8E-9DD5-AE49A843C2A3}" presName="compNode" presStyleCnt="0"/>
      <dgm:spPr/>
    </dgm:pt>
    <dgm:pt modelId="{0C0CAD70-AF63-409D-8EFB-C3DC094E6179}" type="pres">
      <dgm:prSet presAssocID="{F1CCF874-29B6-4F8E-9DD5-AE49A843C2A3}" presName="bgRect" presStyleLbl="bgShp" presStyleIdx="2" presStyleCnt="4"/>
      <dgm:spPr/>
    </dgm:pt>
    <dgm:pt modelId="{9F4482E8-89FB-48F8-B690-5F1531FC0050}" type="pres">
      <dgm:prSet presAssocID="{F1CCF874-29B6-4F8E-9DD5-AE49A843C2A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A92BFC19-57EA-4215-B3DB-F4A6D6EEC6FE}" type="pres">
      <dgm:prSet presAssocID="{F1CCF874-29B6-4F8E-9DD5-AE49A843C2A3}" presName="spaceRect" presStyleCnt="0"/>
      <dgm:spPr/>
    </dgm:pt>
    <dgm:pt modelId="{1942E9C9-30F3-4B1D-BF40-4048828FE206}" type="pres">
      <dgm:prSet presAssocID="{F1CCF874-29B6-4F8E-9DD5-AE49A843C2A3}" presName="parTx" presStyleLbl="revTx" presStyleIdx="2" presStyleCnt="5">
        <dgm:presLayoutVars>
          <dgm:chMax val="0"/>
          <dgm:chPref val="0"/>
        </dgm:presLayoutVars>
      </dgm:prSet>
      <dgm:spPr/>
    </dgm:pt>
    <dgm:pt modelId="{ACCFDCDD-3F6D-489D-A611-33BA2A3DC74A}" type="pres">
      <dgm:prSet presAssocID="{3141006F-87A0-492C-9BF1-D92951E874B2}" presName="sibTrans" presStyleCnt="0"/>
      <dgm:spPr/>
    </dgm:pt>
    <dgm:pt modelId="{504E04F5-46DA-490D-9A50-107611BC101C}" type="pres">
      <dgm:prSet presAssocID="{80041104-3442-4601-B8DE-21DD0C82C3A2}" presName="compNode" presStyleCnt="0"/>
      <dgm:spPr/>
    </dgm:pt>
    <dgm:pt modelId="{4F7EF84A-3E72-4347-85ED-670D2934EFCD}" type="pres">
      <dgm:prSet presAssocID="{80041104-3442-4601-B8DE-21DD0C82C3A2}" presName="bgRect" presStyleLbl="bgShp" presStyleIdx="3" presStyleCnt="4" custLinFactNeighborX="-150" custLinFactNeighborY="1794"/>
      <dgm:spPr/>
    </dgm:pt>
    <dgm:pt modelId="{5B39A3A2-77F0-44F6-87A7-1DE69BA23ED3}" type="pres">
      <dgm:prSet presAssocID="{80041104-3442-4601-B8DE-21DD0C82C3A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E0E3572C-8F49-4B32-8C8B-86AE6B0E3860}" type="pres">
      <dgm:prSet presAssocID="{80041104-3442-4601-B8DE-21DD0C82C3A2}" presName="spaceRect" presStyleCnt="0"/>
      <dgm:spPr/>
    </dgm:pt>
    <dgm:pt modelId="{58E89D98-9D66-497E-8CF4-B409948DE1BD}" type="pres">
      <dgm:prSet presAssocID="{80041104-3442-4601-B8DE-21DD0C82C3A2}" presName="parTx" presStyleLbl="revTx" presStyleIdx="3" presStyleCnt="5">
        <dgm:presLayoutVars>
          <dgm:chMax val="0"/>
          <dgm:chPref val="0"/>
        </dgm:presLayoutVars>
      </dgm:prSet>
      <dgm:spPr/>
    </dgm:pt>
    <dgm:pt modelId="{42A5DE55-D06E-4B56-BA43-BAB1DA329E45}" type="pres">
      <dgm:prSet presAssocID="{80041104-3442-4601-B8DE-21DD0C82C3A2}" presName="desTx" presStyleLbl="revTx" presStyleIdx="4" presStyleCnt="5" custScaleX="78914" custScaleY="65290">
        <dgm:presLayoutVars/>
      </dgm:prSet>
      <dgm:spPr/>
    </dgm:pt>
  </dgm:ptLst>
  <dgm:cxnLst>
    <dgm:cxn modelId="{8075700D-4FA1-4E79-891B-14A23585ADE7}" srcId="{80041104-3442-4601-B8DE-21DD0C82C3A2}" destId="{6DE238F9-B317-4A54-8049-C8E1C52829E1}" srcOrd="0" destOrd="0" parTransId="{FC425F02-4EF7-4E38-B456-2D62723F0089}" sibTransId="{6AF23E7E-FF56-4DBF-8072-70B9C52028ED}"/>
    <dgm:cxn modelId="{BF6D251A-5A64-4116-A4C6-36CBDFB12A1A}" type="presOf" srcId="{6CCA96B5-5E83-4B52-86FC-966DC5497037}" destId="{42A5DE55-D06E-4B56-BA43-BAB1DA329E45}" srcOrd="0" destOrd="1" presId="urn:microsoft.com/office/officeart/2018/2/layout/IconVerticalSolidList"/>
    <dgm:cxn modelId="{0AE8881F-D0B8-4A14-B4C5-0E47349622EF}" srcId="{41625D42-9DA3-4E9B-ADB8-8833F89ACE8F}" destId="{264900FE-B28D-4CB9-BB65-8CC0BD6830E2}" srcOrd="1" destOrd="0" parTransId="{7A3DA6F8-2047-4D8A-8120-6A69E100CA58}" sibTransId="{9E785D4A-B590-4AA3-97EA-2D44094D089A}"/>
    <dgm:cxn modelId="{7D7F175F-5222-4A5E-A4F3-4F1AA4A067CF}" type="presOf" srcId="{6DE238F9-B317-4A54-8049-C8E1C52829E1}" destId="{42A5DE55-D06E-4B56-BA43-BAB1DA329E45}" srcOrd="0" destOrd="0" presId="urn:microsoft.com/office/officeart/2018/2/layout/IconVerticalSolidList"/>
    <dgm:cxn modelId="{7E81966B-81A7-4158-AB12-C6BFE738B342}" type="presOf" srcId="{E6DE7C71-FD0E-4085-AD79-E182DEAD3291}" destId="{E39F7712-21E3-481D-B265-6A1075B7EA85}" srcOrd="0" destOrd="0" presId="urn:microsoft.com/office/officeart/2018/2/layout/IconVerticalSolidList"/>
    <dgm:cxn modelId="{FD15F675-94A2-43FF-B8F2-2F0D50B6ED7B}" srcId="{41625D42-9DA3-4E9B-ADB8-8833F89ACE8F}" destId="{F1CCF874-29B6-4F8E-9DD5-AE49A843C2A3}" srcOrd="2" destOrd="0" parTransId="{8F002C97-98A9-4E2B-85A7-E2067838BC8E}" sibTransId="{3141006F-87A0-492C-9BF1-D92951E874B2}"/>
    <dgm:cxn modelId="{0CBC597D-05A1-41A3-9520-288A0C2643BF}" type="presOf" srcId="{41625D42-9DA3-4E9B-ADB8-8833F89ACE8F}" destId="{A6765856-F998-49D9-BBAB-4489DBAC4318}" srcOrd="0" destOrd="0" presId="urn:microsoft.com/office/officeart/2018/2/layout/IconVerticalSolidList"/>
    <dgm:cxn modelId="{B83F9486-8F10-4E62-A8AC-2D43B1C818E0}" srcId="{41625D42-9DA3-4E9B-ADB8-8833F89ACE8F}" destId="{80041104-3442-4601-B8DE-21DD0C82C3A2}" srcOrd="3" destOrd="0" parTransId="{DDFC7161-592F-4B35-AD9B-68A6394E5FB6}" sibTransId="{C6A476F6-23C9-48D8-ABC0-539B8D39C55E}"/>
    <dgm:cxn modelId="{3EA3A5A9-5C7D-4557-9405-05B9D3084312}" type="presOf" srcId="{264900FE-B28D-4CB9-BB65-8CC0BD6830E2}" destId="{6CA8AFD7-8043-4443-A825-04457F8A3D12}" srcOrd="0" destOrd="0" presId="urn:microsoft.com/office/officeart/2018/2/layout/IconVerticalSolidList"/>
    <dgm:cxn modelId="{402BD4B7-0DF2-4C2B-B0D5-8911865ED916}" type="presOf" srcId="{F1CCF874-29B6-4F8E-9DD5-AE49A843C2A3}" destId="{1942E9C9-30F3-4B1D-BF40-4048828FE206}" srcOrd="0" destOrd="0" presId="urn:microsoft.com/office/officeart/2018/2/layout/IconVerticalSolidList"/>
    <dgm:cxn modelId="{829162BF-3DE2-4B63-BAE1-2FBA86CA2746}" type="presOf" srcId="{80041104-3442-4601-B8DE-21DD0C82C3A2}" destId="{58E89D98-9D66-497E-8CF4-B409948DE1BD}" srcOrd="0" destOrd="0" presId="urn:microsoft.com/office/officeart/2018/2/layout/IconVerticalSolidList"/>
    <dgm:cxn modelId="{AADE3AD3-1747-4320-A12A-3A0CD0057879}" srcId="{80041104-3442-4601-B8DE-21DD0C82C3A2}" destId="{6CCA96B5-5E83-4B52-86FC-966DC5497037}" srcOrd="1" destOrd="0" parTransId="{6D4D9956-0DE8-41B7-9DA4-CDCB6D732C13}" sibTransId="{D244E6D1-09A7-4625-A0C2-C516C6D1CD16}"/>
    <dgm:cxn modelId="{10D7ACE2-1FA4-4E61-93BF-139312D3E132}" srcId="{41625D42-9DA3-4E9B-ADB8-8833F89ACE8F}" destId="{E6DE7C71-FD0E-4085-AD79-E182DEAD3291}" srcOrd="0" destOrd="0" parTransId="{719E70CB-37C5-4367-9039-145D3FB985BE}" sibTransId="{78FD9286-1814-4DA4-B8D5-5F9B2751A3DB}"/>
    <dgm:cxn modelId="{71C795F0-A408-40A2-BBF8-3CD8F9DD69D8}" type="presParOf" srcId="{A6765856-F998-49D9-BBAB-4489DBAC4318}" destId="{F2A92E32-7F12-4F49-A70F-4E7C99C0E156}" srcOrd="0" destOrd="0" presId="urn:microsoft.com/office/officeart/2018/2/layout/IconVerticalSolidList"/>
    <dgm:cxn modelId="{C7D9C583-A2A3-43CA-A987-1BA6A98848FB}" type="presParOf" srcId="{F2A92E32-7F12-4F49-A70F-4E7C99C0E156}" destId="{441A8884-9FB4-4ABD-8253-1261D3616266}" srcOrd="0" destOrd="0" presId="urn:microsoft.com/office/officeart/2018/2/layout/IconVerticalSolidList"/>
    <dgm:cxn modelId="{0233353B-2ECA-4E9F-924D-2616166F9C47}" type="presParOf" srcId="{F2A92E32-7F12-4F49-A70F-4E7C99C0E156}" destId="{C927DC80-88ED-4625-9D6E-3C15BA6B6D56}" srcOrd="1" destOrd="0" presId="urn:microsoft.com/office/officeart/2018/2/layout/IconVerticalSolidList"/>
    <dgm:cxn modelId="{F4622685-F26C-46AC-BB9C-BD9E53EB2E5F}" type="presParOf" srcId="{F2A92E32-7F12-4F49-A70F-4E7C99C0E156}" destId="{7DA10C6E-6884-4DA2-B4BC-8C0B64954370}" srcOrd="2" destOrd="0" presId="urn:microsoft.com/office/officeart/2018/2/layout/IconVerticalSolidList"/>
    <dgm:cxn modelId="{A9CE9994-CC52-4E03-8844-4FA13745585D}" type="presParOf" srcId="{F2A92E32-7F12-4F49-A70F-4E7C99C0E156}" destId="{E39F7712-21E3-481D-B265-6A1075B7EA85}" srcOrd="3" destOrd="0" presId="urn:microsoft.com/office/officeart/2018/2/layout/IconVerticalSolidList"/>
    <dgm:cxn modelId="{E3A795B7-B03C-4B66-9EA1-77EF962FA743}" type="presParOf" srcId="{A6765856-F998-49D9-BBAB-4489DBAC4318}" destId="{60B185C4-6EF9-45FA-91C2-8EE7E057F73B}" srcOrd="1" destOrd="0" presId="urn:microsoft.com/office/officeart/2018/2/layout/IconVerticalSolidList"/>
    <dgm:cxn modelId="{06238D19-1850-447D-A588-92AD3BBCD538}" type="presParOf" srcId="{A6765856-F998-49D9-BBAB-4489DBAC4318}" destId="{8B815CCD-FFA9-45D4-9DCF-BEDA546C00EE}" srcOrd="2" destOrd="0" presId="urn:microsoft.com/office/officeart/2018/2/layout/IconVerticalSolidList"/>
    <dgm:cxn modelId="{E848A0B2-A838-4BEC-8D24-B0F708EC8D4E}" type="presParOf" srcId="{8B815CCD-FFA9-45D4-9DCF-BEDA546C00EE}" destId="{7C7EBAB4-BD06-46F4-8D75-B568526631FA}" srcOrd="0" destOrd="0" presId="urn:microsoft.com/office/officeart/2018/2/layout/IconVerticalSolidList"/>
    <dgm:cxn modelId="{15D12D40-2880-4D3A-BBD1-53B5EE4B5C0E}" type="presParOf" srcId="{8B815CCD-FFA9-45D4-9DCF-BEDA546C00EE}" destId="{A77037A0-8900-4073-9EF0-54260D38CC52}" srcOrd="1" destOrd="0" presId="urn:microsoft.com/office/officeart/2018/2/layout/IconVerticalSolidList"/>
    <dgm:cxn modelId="{46431AC2-B7F3-4982-A5ED-ACCF3A33AB2A}" type="presParOf" srcId="{8B815CCD-FFA9-45D4-9DCF-BEDA546C00EE}" destId="{045FDDD3-4C3E-4CB0-B5DC-29676F675663}" srcOrd="2" destOrd="0" presId="urn:microsoft.com/office/officeart/2018/2/layout/IconVerticalSolidList"/>
    <dgm:cxn modelId="{4C8E2B5A-1C64-47CE-BFD4-7252714E6AB9}" type="presParOf" srcId="{8B815CCD-FFA9-45D4-9DCF-BEDA546C00EE}" destId="{6CA8AFD7-8043-4443-A825-04457F8A3D12}" srcOrd="3" destOrd="0" presId="urn:microsoft.com/office/officeart/2018/2/layout/IconVerticalSolidList"/>
    <dgm:cxn modelId="{68525F58-EF1C-4BB3-89C8-58749E667FE4}" type="presParOf" srcId="{A6765856-F998-49D9-BBAB-4489DBAC4318}" destId="{EE1D6435-6439-4D39-972A-2F0248375E92}" srcOrd="3" destOrd="0" presId="urn:microsoft.com/office/officeart/2018/2/layout/IconVerticalSolidList"/>
    <dgm:cxn modelId="{58C23D92-7D5A-4CA6-8AFE-3FA69B6862C2}" type="presParOf" srcId="{A6765856-F998-49D9-BBAB-4489DBAC4318}" destId="{F9657964-8757-4B18-87F4-C5ADDAAD4462}" srcOrd="4" destOrd="0" presId="urn:microsoft.com/office/officeart/2018/2/layout/IconVerticalSolidList"/>
    <dgm:cxn modelId="{5E4AB8E6-3B2A-401B-B8F7-F0957FCB9966}" type="presParOf" srcId="{F9657964-8757-4B18-87F4-C5ADDAAD4462}" destId="{0C0CAD70-AF63-409D-8EFB-C3DC094E6179}" srcOrd="0" destOrd="0" presId="urn:microsoft.com/office/officeart/2018/2/layout/IconVerticalSolidList"/>
    <dgm:cxn modelId="{2BC33F56-2049-494E-9408-3C07F9D7E72A}" type="presParOf" srcId="{F9657964-8757-4B18-87F4-C5ADDAAD4462}" destId="{9F4482E8-89FB-48F8-B690-5F1531FC0050}" srcOrd="1" destOrd="0" presId="urn:microsoft.com/office/officeart/2018/2/layout/IconVerticalSolidList"/>
    <dgm:cxn modelId="{8A2D8ED9-76BE-4FBB-A498-4B5E3C04F257}" type="presParOf" srcId="{F9657964-8757-4B18-87F4-C5ADDAAD4462}" destId="{A92BFC19-57EA-4215-B3DB-F4A6D6EEC6FE}" srcOrd="2" destOrd="0" presId="urn:microsoft.com/office/officeart/2018/2/layout/IconVerticalSolidList"/>
    <dgm:cxn modelId="{C039E307-2304-43BC-A57C-A109A05225FC}" type="presParOf" srcId="{F9657964-8757-4B18-87F4-C5ADDAAD4462}" destId="{1942E9C9-30F3-4B1D-BF40-4048828FE206}" srcOrd="3" destOrd="0" presId="urn:microsoft.com/office/officeart/2018/2/layout/IconVerticalSolidList"/>
    <dgm:cxn modelId="{5768B0EE-11E4-4D4D-A418-232E4E58D3E7}" type="presParOf" srcId="{A6765856-F998-49D9-BBAB-4489DBAC4318}" destId="{ACCFDCDD-3F6D-489D-A611-33BA2A3DC74A}" srcOrd="5" destOrd="0" presId="urn:microsoft.com/office/officeart/2018/2/layout/IconVerticalSolidList"/>
    <dgm:cxn modelId="{D1FB90A2-C232-4D43-A40D-6A131DCB8D7F}" type="presParOf" srcId="{A6765856-F998-49D9-BBAB-4489DBAC4318}" destId="{504E04F5-46DA-490D-9A50-107611BC101C}" srcOrd="6" destOrd="0" presId="urn:microsoft.com/office/officeart/2018/2/layout/IconVerticalSolidList"/>
    <dgm:cxn modelId="{8FCCFCD0-6A0D-43FD-A903-830E179BE84D}" type="presParOf" srcId="{504E04F5-46DA-490D-9A50-107611BC101C}" destId="{4F7EF84A-3E72-4347-85ED-670D2934EFCD}" srcOrd="0" destOrd="0" presId="urn:microsoft.com/office/officeart/2018/2/layout/IconVerticalSolidList"/>
    <dgm:cxn modelId="{51325E9B-8932-4422-89A9-9A749C69C499}" type="presParOf" srcId="{504E04F5-46DA-490D-9A50-107611BC101C}" destId="{5B39A3A2-77F0-44F6-87A7-1DE69BA23ED3}" srcOrd="1" destOrd="0" presId="urn:microsoft.com/office/officeart/2018/2/layout/IconVerticalSolidList"/>
    <dgm:cxn modelId="{9BAF3819-4316-4AE4-BA68-230648DEA4BE}" type="presParOf" srcId="{504E04F5-46DA-490D-9A50-107611BC101C}" destId="{E0E3572C-8F49-4B32-8C8B-86AE6B0E3860}" srcOrd="2" destOrd="0" presId="urn:microsoft.com/office/officeart/2018/2/layout/IconVerticalSolidList"/>
    <dgm:cxn modelId="{4DD76D8F-B017-4A82-A968-9BDCEE58BEB5}" type="presParOf" srcId="{504E04F5-46DA-490D-9A50-107611BC101C}" destId="{58E89D98-9D66-497E-8CF4-B409948DE1BD}" srcOrd="3" destOrd="0" presId="urn:microsoft.com/office/officeart/2018/2/layout/IconVerticalSolidList"/>
    <dgm:cxn modelId="{8D3C484B-3CEA-4E40-BF4B-7340020FFE34}" type="presParOf" srcId="{504E04F5-46DA-490D-9A50-107611BC101C}" destId="{42A5DE55-D06E-4B56-BA43-BAB1DA329E45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3713C9-3763-4273-8E80-C0A111C3909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99CD9C8-1F9A-415A-A1B5-933010FA003C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GB"/>
            <a:t>QSVMs enhance high‑dimensional classification.</a:t>
          </a:r>
          <a:endParaRPr lang="en-US"/>
        </a:p>
      </dgm:t>
    </dgm:pt>
    <dgm:pt modelId="{32F81908-F46E-4409-A24F-6FD14D8BF2F6}" type="parTrans" cxnId="{0E7A6128-292F-4417-A75D-E187CE5EB5DC}">
      <dgm:prSet/>
      <dgm:spPr/>
      <dgm:t>
        <a:bodyPr/>
        <a:lstStyle/>
        <a:p>
          <a:endParaRPr lang="en-US"/>
        </a:p>
      </dgm:t>
    </dgm:pt>
    <dgm:pt modelId="{BD23DE74-6035-45E5-88C5-A5778CFEFD0D}" type="sibTrans" cxnId="{0E7A6128-292F-4417-A75D-E187CE5EB5DC}">
      <dgm:prSet/>
      <dgm:spPr/>
      <dgm:t>
        <a:bodyPr/>
        <a:lstStyle/>
        <a:p>
          <a:endParaRPr lang="en-US"/>
        </a:p>
      </dgm:t>
    </dgm:pt>
    <dgm:pt modelId="{56E289BE-BE20-4584-80F0-B390F9A78D16}">
      <dgm:prSet/>
      <dgm:spPr/>
      <dgm:t>
        <a:bodyPr/>
        <a:lstStyle/>
        <a:p>
          <a:r>
            <a:rPr lang="en-GB"/>
            <a:t>VQAs mix quantum and classical optimisation.</a:t>
          </a:r>
          <a:endParaRPr lang="en-US"/>
        </a:p>
      </dgm:t>
    </dgm:pt>
    <dgm:pt modelId="{C86BF6F9-ED98-4F51-A685-E524B4727B69}" type="parTrans" cxnId="{C20EE384-7AE4-4CD4-879A-79593DE0E1FF}">
      <dgm:prSet/>
      <dgm:spPr/>
      <dgm:t>
        <a:bodyPr/>
        <a:lstStyle/>
        <a:p>
          <a:endParaRPr lang="en-US"/>
        </a:p>
      </dgm:t>
    </dgm:pt>
    <dgm:pt modelId="{E550B2FF-81EC-44CB-8067-48B34E2C6CFA}" type="sibTrans" cxnId="{C20EE384-7AE4-4CD4-879A-79593DE0E1FF}">
      <dgm:prSet/>
      <dgm:spPr/>
      <dgm:t>
        <a:bodyPr/>
        <a:lstStyle/>
        <a:p>
          <a:endParaRPr lang="en-US"/>
        </a:p>
      </dgm:t>
    </dgm:pt>
    <dgm:pt modelId="{ED7B0E36-3C0A-4591-9E55-2A1D6B99DB37}">
      <dgm:prSet/>
      <dgm:spPr/>
      <dgm:t>
        <a:bodyPr/>
        <a:lstStyle/>
        <a:p>
          <a:r>
            <a:rPr lang="en-GB"/>
            <a:t>QRL improves exploration using quantum effects.</a:t>
          </a:r>
          <a:endParaRPr lang="en-US"/>
        </a:p>
      </dgm:t>
    </dgm:pt>
    <dgm:pt modelId="{204CF85F-E74F-4C8B-8A32-7FBC28062A76}" type="parTrans" cxnId="{8E9E355C-FC4F-4255-AF34-88FE414018F7}">
      <dgm:prSet/>
      <dgm:spPr/>
      <dgm:t>
        <a:bodyPr/>
        <a:lstStyle/>
        <a:p>
          <a:endParaRPr lang="en-US"/>
        </a:p>
      </dgm:t>
    </dgm:pt>
    <dgm:pt modelId="{3D7D03C2-6D1F-4BBB-8364-5BE25F565BF0}" type="sibTrans" cxnId="{8E9E355C-FC4F-4255-AF34-88FE414018F7}">
      <dgm:prSet/>
      <dgm:spPr/>
      <dgm:t>
        <a:bodyPr/>
        <a:lstStyle/>
        <a:p>
          <a:endParaRPr lang="en-US"/>
        </a:p>
      </dgm:t>
    </dgm:pt>
    <dgm:pt modelId="{D8E7C301-8CBC-48D8-9480-AE7ACC468945}">
      <dgm:prSet/>
      <dgm:spPr/>
      <dgm:t>
        <a:bodyPr/>
        <a:lstStyle/>
        <a:p>
          <a:r>
            <a:rPr lang="en-GB"/>
            <a:t>Quantum algorithms aim to outperform classical ones.</a:t>
          </a:r>
          <a:endParaRPr lang="en-US"/>
        </a:p>
      </dgm:t>
    </dgm:pt>
    <dgm:pt modelId="{F187D223-B083-4D66-84E7-BDE8B9F1C78E}" type="parTrans" cxnId="{D75A6CB3-A0E8-4DB0-92CE-7C675A334C6D}">
      <dgm:prSet/>
      <dgm:spPr/>
      <dgm:t>
        <a:bodyPr/>
        <a:lstStyle/>
        <a:p>
          <a:endParaRPr lang="en-US"/>
        </a:p>
      </dgm:t>
    </dgm:pt>
    <dgm:pt modelId="{763B48A9-763E-486A-A278-577B91DE55DE}" type="sibTrans" cxnId="{D75A6CB3-A0E8-4DB0-92CE-7C675A334C6D}">
      <dgm:prSet/>
      <dgm:spPr/>
      <dgm:t>
        <a:bodyPr/>
        <a:lstStyle/>
        <a:p>
          <a:endParaRPr lang="en-US"/>
        </a:p>
      </dgm:t>
    </dgm:pt>
    <dgm:pt modelId="{D59D9D23-4F46-4524-86D7-18BED85B2541}">
      <dgm:prSet/>
      <dgm:spPr/>
      <dgm:t>
        <a:bodyPr/>
        <a:lstStyle/>
        <a:p>
          <a:r>
            <a:rPr lang="en-GB"/>
            <a:t>Schuld &amp; Petruccione</a:t>
          </a:r>
          <a:endParaRPr lang="en-US"/>
        </a:p>
      </dgm:t>
    </dgm:pt>
    <dgm:pt modelId="{C947B851-ACCE-4C2C-AB65-959FDDB429A7}" type="parTrans" cxnId="{4BA347D2-0C69-4E96-BF45-1CAF3DEE9BD1}">
      <dgm:prSet/>
      <dgm:spPr/>
      <dgm:t>
        <a:bodyPr/>
        <a:lstStyle/>
        <a:p>
          <a:endParaRPr lang="en-US"/>
        </a:p>
      </dgm:t>
    </dgm:pt>
    <dgm:pt modelId="{AC9AA393-9395-4425-9998-F6EFA1C01B55}" type="sibTrans" cxnId="{4BA347D2-0C69-4E96-BF45-1CAF3DEE9BD1}">
      <dgm:prSet/>
      <dgm:spPr/>
      <dgm:t>
        <a:bodyPr/>
        <a:lstStyle/>
        <a:p>
          <a:endParaRPr lang="en-US"/>
        </a:p>
      </dgm:t>
    </dgm:pt>
    <dgm:pt modelId="{BEEB1F78-2FC5-4C1E-B657-75E3CBD820E0}">
      <dgm:prSet/>
      <dgm:spPr/>
      <dgm:t>
        <a:bodyPr/>
        <a:lstStyle/>
        <a:p>
          <a:r>
            <a:rPr lang="en-GB"/>
            <a:t>Benedetti et al., 2019</a:t>
          </a:r>
          <a:endParaRPr lang="en-US"/>
        </a:p>
      </dgm:t>
    </dgm:pt>
    <dgm:pt modelId="{6ED0EE6F-E657-497B-8C25-FAAD4E8270EE}" type="parTrans" cxnId="{25453CB2-3D0C-4C94-839F-74833A4FEF56}">
      <dgm:prSet/>
      <dgm:spPr/>
      <dgm:t>
        <a:bodyPr/>
        <a:lstStyle/>
        <a:p>
          <a:endParaRPr lang="en-US"/>
        </a:p>
      </dgm:t>
    </dgm:pt>
    <dgm:pt modelId="{39BB4831-40A1-43C7-9ACA-565955E95E1C}" type="sibTrans" cxnId="{25453CB2-3D0C-4C94-839F-74833A4FEF56}">
      <dgm:prSet/>
      <dgm:spPr/>
      <dgm:t>
        <a:bodyPr/>
        <a:lstStyle/>
        <a:p>
          <a:endParaRPr lang="en-US"/>
        </a:p>
      </dgm:t>
    </dgm:pt>
    <dgm:pt modelId="{8B7BAA7E-56D6-4603-ABE9-5625C27C5EF9}" type="pres">
      <dgm:prSet presAssocID="{783713C9-3763-4273-8E80-C0A111C39098}" presName="linear" presStyleCnt="0">
        <dgm:presLayoutVars>
          <dgm:animLvl val="lvl"/>
          <dgm:resizeHandles val="exact"/>
        </dgm:presLayoutVars>
      </dgm:prSet>
      <dgm:spPr/>
    </dgm:pt>
    <dgm:pt modelId="{79F4DD6F-F106-4A54-BF1F-25602DA5B086}" type="pres">
      <dgm:prSet presAssocID="{799CD9C8-1F9A-415A-A1B5-933010FA003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97E2AE6-2D84-4685-85EB-BED80C924F45}" type="pres">
      <dgm:prSet presAssocID="{BD23DE74-6035-45E5-88C5-A5778CFEFD0D}" presName="spacer" presStyleCnt="0"/>
      <dgm:spPr/>
    </dgm:pt>
    <dgm:pt modelId="{7478499B-3506-4E50-B380-89F16900FE64}" type="pres">
      <dgm:prSet presAssocID="{56E289BE-BE20-4584-80F0-B390F9A78D1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9FE8873-582A-40DA-A24F-E910D5FD7858}" type="pres">
      <dgm:prSet presAssocID="{E550B2FF-81EC-44CB-8067-48B34E2C6CFA}" presName="spacer" presStyleCnt="0"/>
      <dgm:spPr/>
    </dgm:pt>
    <dgm:pt modelId="{48DFD79C-1461-4F64-BDA7-3273E5B96AEF}" type="pres">
      <dgm:prSet presAssocID="{ED7B0E36-3C0A-4591-9E55-2A1D6B99DB3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6B2B8D4-7BF4-4B9A-AB70-A5AA8D09188B}" type="pres">
      <dgm:prSet presAssocID="{3D7D03C2-6D1F-4BBB-8364-5BE25F565BF0}" presName="spacer" presStyleCnt="0"/>
      <dgm:spPr/>
    </dgm:pt>
    <dgm:pt modelId="{533AA274-E471-434E-B46C-F319F80FC5F2}" type="pres">
      <dgm:prSet presAssocID="{D8E7C301-8CBC-48D8-9480-AE7ACC46894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6D7B928-1E08-4ED0-BFB3-A594639EC024}" type="pres">
      <dgm:prSet presAssocID="{D8E7C301-8CBC-48D8-9480-AE7ACC46894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E7A6128-292F-4417-A75D-E187CE5EB5DC}" srcId="{783713C9-3763-4273-8E80-C0A111C39098}" destId="{799CD9C8-1F9A-415A-A1B5-933010FA003C}" srcOrd="0" destOrd="0" parTransId="{32F81908-F46E-4409-A24F-6FD14D8BF2F6}" sibTransId="{BD23DE74-6035-45E5-88C5-A5778CFEFD0D}"/>
    <dgm:cxn modelId="{5F75C52D-FBEA-4E99-B7F1-5792BCF01079}" type="presOf" srcId="{D8E7C301-8CBC-48D8-9480-AE7ACC468945}" destId="{533AA274-E471-434E-B46C-F319F80FC5F2}" srcOrd="0" destOrd="0" presId="urn:microsoft.com/office/officeart/2005/8/layout/vList2"/>
    <dgm:cxn modelId="{8E9E355C-FC4F-4255-AF34-88FE414018F7}" srcId="{783713C9-3763-4273-8E80-C0A111C39098}" destId="{ED7B0E36-3C0A-4591-9E55-2A1D6B99DB37}" srcOrd="2" destOrd="0" parTransId="{204CF85F-E74F-4C8B-8A32-7FBC28062A76}" sibTransId="{3D7D03C2-6D1F-4BBB-8364-5BE25F565BF0}"/>
    <dgm:cxn modelId="{FBD41783-EC15-4578-992E-47734C3716FA}" type="presOf" srcId="{783713C9-3763-4273-8E80-C0A111C39098}" destId="{8B7BAA7E-56D6-4603-ABE9-5625C27C5EF9}" srcOrd="0" destOrd="0" presId="urn:microsoft.com/office/officeart/2005/8/layout/vList2"/>
    <dgm:cxn modelId="{C20EE384-7AE4-4CD4-879A-79593DE0E1FF}" srcId="{783713C9-3763-4273-8E80-C0A111C39098}" destId="{56E289BE-BE20-4584-80F0-B390F9A78D16}" srcOrd="1" destOrd="0" parTransId="{C86BF6F9-ED98-4F51-A685-E524B4727B69}" sibTransId="{E550B2FF-81EC-44CB-8067-48B34E2C6CFA}"/>
    <dgm:cxn modelId="{41AAAA92-E24F-4491-B2DD-8593428AD017}" type="presOf" srcId="{ED7B0E36-3C0A-4591-9E55-2A1D6B99DB37}" destId="{48DFD79C-1461-4F64-BDA7-3273E5B96AEF}" srcOrd="0" destOrd="0" presId="urn:microsoft.com/office/officeart/2005/8/layout/vList2"/>
    <dgm:cxn modelId="{EB0511B0-3673-4B39-828B-DD47A838E725}" type="presOf" srcId="{799CD9C8-1F9A-415A-A1B5-933010FA003C}" destId="{79F4DD6F-F106-4A54-BF1F-25602DA5B086}" srcOrd="0" destOrd="0" presId="urn:microsoft.com/office/officeart/2005/8/layout/vList2"/>
    <dgm:cxn modelId="{25453CB2-3D0C-4C94-839F-74833A4FEF56}" srcId="{D8E7C301-8CBC-48D8-9480-AE7ACC468945}" destId="{BEEB1F78-2FC5-4C1E-B657-75E3CBD820E0}" srcOrd="1" destOrd="0" parTransId="{6ED0EE6F-E657-497B-8C25-FAAD4E8270EE}" sibTransId="{39BB4831-40A1-43C7-9ACA-565955E95E1C}"/>
    <dgm:cxn modelId="{D75A6CB3-A0E8-4DB0-92CE-7C675A334C6D}" srcId="{783713C9-3763-4273-8E80-C0A111C39098}" destId="{D8E7C301-8CBC-48D8-9480-AE7ACC468945}" srcOrd="3" destOrd="0" parTransId="{F187D223-B083-4D66-84E7-BDE8B9F1C78E}" sibTransId="{763B48A9-763E-486A-A278-577B91DE55DE}"/>
    <dgm:cxn modelId="{3EFDF2B6-A894-41BA-B929-5C94AF7F006C}" type="presOf" srcId="{56E289BE-BE20-4584-80F0-B390F9A78D16}" destId="{7478499B-3506-4E50-B380-89F16900FE64}" srcOrd="0" destOrd="0" presId="urn:microsoft.com/office/officeart/2005/8/layout/vList2"/>
    <dgm:cxn modelId="{921545B8-0320-4570-89CA-A7BD670F7731}" type="presOf" srcId="{D59D9D23-4F46-4524-86D7-18BED85B2541}" destId="{06D7B928-1E08-4ED0-BFB3-A594639EC024}" srcOrd="0" destOrd="0" presId="urn:microsoft.com/office/officeart/2005/8/layout/vList2"/>
    <dgm:cxn modelId="{4BA347D2-0C69-4E96-BF45-1CAF3DEE9BD1}" srcId="{D8E7C301-8CBC-48D8-9480-AE7ACC468945}" destId="{D59D9D23-4F46-4524-86D7-18BED85B2541}" srcOrd="0" destOrd="0" parTransId="{C947B851-ACCE-4C2C-AB65-959FDDB429A7}" sibTransId="{AC9AA393-9395-4425-9998-F6EFA1C01B55}"/>
    <dgm:cxn modelId="{D0522CD4-D3BF-4261-9887-CA53EB69BD67}" type="presOf" srcId="{BEEB1F78-2FC5-4C1E-B657-75E3CBD820E0}" destId="{06D7B928-1E08-4ED0-BFB3-A594639EC024}" srcOrd="0" destOrd="1" presId="urn:microsoft.com/office/officeart/2005/8/layout/vList2"/>
    <dgm:cxn modelId="{4BC72991-8F8E-42F4-8CE4-EF61949F91A9}" type="presParOf" srcId="{8B7BAA7E-56D6-4603-ABE9-5625C27C5EF9}" destId="{79F4DD6F-F106-4A54-BF1F-25602DA5B086}" srcOrd="0" destOrd="0" presId="urn:microsoft.com/office/officeart/2005/8/layout/vList2"/>
    <dgm:cxn modelId="{67977034-C7D8-41B3-8AC7-C9D52C542C3F}" type="presParOf" srcId="{8B7BAA7E-56D6-4603-ABE9-5625C27C5EF9}" destId="{197E2AE6-2D84-4685-85EB-BED80C924F45}" srcOrd="1" destOrd="0" presId="urn:microsoft.com/office/officeart/2005/8/layout/vList2"/>
    <dgm:cxn modelId="{2BE90E18-46A0-49AB-87CC-F315EE0301C9}" type="presParOf" srcId="{8B7BAA7E-56D6-4603-ABE9-5625C27C5EF9}" destId="{7478499B-3506-4E50-B380-89F16900FE64}" srcOrd="2" destOrd="0" presId="urn:microsoft.com/office/officeart/2005/8/layout/vList2"/>
    <dgm:cxn modelId="{CE9DBA73-C961-4DF0-969F-0BCDA518B2F1}" type="presParOf" srcId="{8B7BAA7E-56D6-4603-ABE9-5625C27C5EF9}" destId="{39FE8873-582A-40DA-A24F-E910D5FD7858}" srcOrd="3" destOrd="0" presId="urn:microsoft.com/office/officeart/2005/8/layout/vList2"/>
    <dgm:cxn modelId="{182EC9C6-2CE7-42E9-AF7C-0301E75901D1}" type="presParOf" srcId="{8B7BAA7E-56D6-4603-ABE9-5625C27C5EF9}" destId="{48DFD79C-1461-4F64-BDA7-3273E5B96AEF}" srcOrd="4" destOrd="0" presId="urn:microsoft.com/office/officeart/2005/8/layout/vList2"/>
    <dgm:cxn modelId="{AFEABF29-DAD3-4EEB-B46A-03F65B82E946}" type="presParOf" srcId="{8B7BAA7E-56D6-4603-ABE9-5625C27C5EF9}" destId="{56B2B8D4-7BF4-4B9A-AB70-A5AA8D09188B}" srcOrd="5" destOrd="0" presId="urn:microsoft.com/office/officeart/2005/8/layout/vList2"/>
    <dgm:cxn modelId="{4AD69DF5-B4D1-4E20-BCC9-8CB8CAF6244F}" type="presParOf" srcId="{8B7BAA7E-56D6-4603-ABE9-5625C27C5EF9}" destId="{533AA274-E471-434E-B46C-F319F80FC5F2}" srcOrd="6" destOrd="0" presId="urn:microsoft.com/office/officeart/2005/8/layout/vList2"/>
    <dgm:cxn modelId="{4DFC88DB-0896-4FB5-A848-C3C471FC1F13}" type="presParOf" srcId="{8B7BAA7E-56D6-4603-ABE9-5625C27C5EF9}" destId="{06D7B928-1E08-4ED0-BFB3-A594639EC024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211581-C7DF-4765-9FF6-77B14E2A0F2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80F04BF-7930-4329-903A-9BE8F0EDA14E}">
      <dgm:prSet/>
      <dgm:spPr>
        <a:solidFill>
          <a:schemeClr val="accent1"/>
        </a:solidFill>
      </dgm:spPr>
      <dgm:t>
        <a:bodyPr/>
        <a:lstStyle/>
        <a:p>
          <a:r>
            <a:rPr lang="en-GB"/>
            <a:t>Quantum systems suffer from noise and decoherence.</a:t>
          </a:r>
          <a:endParaRPr lang="en-US"/>
        </a:p>
      </dgm:t>
    </dgm:pt>
    <dgm:pt modelId="{CAE5BBD9-4CAE-496D-A30C-8DD1F9FA307A}" type="parTrans" cxnId="{9F131259-7D3B-47C7-8EDB-2980CCB3BC3F}">
      <dgm:prSet/>
      <dgm:spPr/>
      <dgm:t>
        <a:bodyPr/>
        <a:lstStyle/>
        <a:p>
          <a:endParaRPr lang="en-US"/>
        </a:p>
      </dgm:t>
    </dgm:pt>
    <dgm:pt modelId="{224A1664-A3CA-4F2D-97FA-B7C220978003}" type="sibTrans" cxnId="{9F131259-7D3B-47C7-8EDB-2980CCB3BC3F}">
      <dgm:prSet/>
      <dgm:spPr/>
      <dgm:t>
        <a:bodyPr/>
        <a:lstStyle/>
        <a:p>
          <a:endParaRPr lang="en-US"/>
        </a:p>
      </dgm:t>
    </dgm:pt>
    <dgm:pt modelId="{F5B796A2-245C-444B-B00D-45542F2127BD}">
      <dgm:prSet/>
      <dgm:spPr>
        <a:solidFill>
          <a:schemeClr val="accent1"/>
        </a:solidFill>
      </dgm:spPr>
      <dgm:t>
        <a:bodyPr/>
        <a:lstStyle/>
        <a:p>
          <a:r>
            <a:rPr lang="en-GB"/>
            <a:t>Scaling remains difficult due to qubit instability.</a:t>
          </a:r>
          <a:endParaRPr lang="en-US"/>
        </a:p>
      </dgm:t>
    </dgm:pt>
    <dgm:pt modelId="{D90070A4-9DC1-45DF-A883-951879346391}" type="parTrans" cxnId="{FE755425-475F-4520-BA29-550E5CC01B5E}">
      <dgm:prSet/>
      <dgm:spPr/>
      <dgm:t>
        <a:bodyPr/>
        <a:lstStyle/>
        <a:p>
          <a:endParaRPr lang="en-US"/>
        </a:p>
      </dgm:t>
    </dgm:pt>
    <dgm:pt modelId="{7D92C946-0CFF-43FC-9AD2-D753AC84A5EA}" type="sibTrans" cxnId="{FE755425-475F-4520-BA29-550E5CC01B5E}">
      <dgm:prSet/>
      <dgm:spPr/>
      <dgm:t>
        <a:bodyPr/>
        <a:lstStyle/>
        <a:p>
          <a:endParaRPr lang="en-US"/>
        </a:p>
      </dgm:t>
    </dgm:pt>
    <dgm:pt modelId="{4E9ECC14-70D8-401A-A8C2-E0DD8750C7E4}">
      <dgm:prSet/>
      <dgm:spPr>
        <a:solidFill>
          <a:schemeClr val="accent1"/>
        </a:solidFill>
      </dgm:spPr>
      <dgm:t>
        <a:bodyPr/>
        <a:lstStyle/>
        <a:p>
          <a:r>
            <a:rPr lang="en-GB"/>
            <a:t>Applications include space science and cybersecurity.</a:t>
          </a:r>
          <a:endParaRPr lang="en-US"/>
        </a:p>
      </dgm:t>
    </dgm:pt>
    <dgm:pt modelId="{0E91EA6D-3064-4E05-B434-9F99A51E071D}" type="parTrans" cxnId="{384BC33E-753A-4805-9787-1A8BB66D67BD}">
      <dgm:prSet/>
      <dgm:spPr/>
      <dgm:t>
        <a:bodyPr/>
        <a:lstStyle/>
        <a:p>
          <a:endParaRPr lang="en-US"/>
        </a:p>
      </dgm:t>
    </dgm:pt>
    <dgm:pt modelId="{9E84D4EB-8AFA-454E-9092-CCD5DBB5F48D}" type="sibTrans" cxnId="{384BC33E-753A-4805-9787-1A8BB66D67BD}">
      <dgm:prSet/>
      <dgm:spPr/>
      <dgm:t>
        <a:bodyPr/>
        <a:lstStyle/>
        <a:p>
          <a:endParaRPr lang="en-US"/>
        </a:p>
      </dgm:t>
    </dgm:pt>
    <dgm:pt modelId="{71579283-2BDC-411B-9435-D5860859BD24}">
      <dgm:prSet/>
      <dgm:spPr>
        <a:solidFill>
          <a:schemeClr val="accent1"/>
        </a:solidFill>
      </dgm:spPr>
      <dgm:t>
        <a:bodyPr/>
        <a:lstStyle/>
        <a:p>
          <a:r>
            <a:rPr lang="en-GB"/>
            <a:t>Quantum computing may accelerate drug discovery.</a:t>
          </a:r>
          <a:endParaRPr lang="en-US"/>
        </a:p>
      </dgm:t>
    </dgm:pt>
    <dgm:pt modelId="{1374AFD4-20DD-4D43-9136-16F174BA4FD2}" type="parTrans" cxnId="{9BC6F94C-118E-4683-9645-29DDBB362B41}">
      <dgm:prSet/>
      <dgm:spPr/>
      <dgm:t>
        <a:bodyPr/>
        <a:lstStyle/>
        <a:p>
          <a:endParaRPr lang="en-US"/>
        </a:p>
      </dgm:t>
    </dgm:pt>
    <dgm:pt modelId="{3A5AF6D2-8AF5-46DF-BC18-FB744A70064B}" type="sibTrans" cxnId="{9BC6F94C-118E-4683-9645-29DDBB362B41}">
      <dgm:prSet/>
      <dgm:spPr/>
      <dgm:t>
        <a:bodyPr/>
        <a:lstStyle/>
        <a:p>
          <a:endParaRPr lang="en-US"/>
        </a:p>
      </dgm:t>
    </dgm:pt>
    <dgm:pt modelId="{5371ECB0-61D8-4251-A476-44AECEB34098}">
      <dgm:prSet/>
      <dgm:spPr/>
      <dgm:t>
        <a:bodyPr/>
        <a:lstStyle/>
        <a:p>
          <a:r>
            <a:rPr lang="en-GB"/>
            <a:t>Nielsen &amp; Chuang</a:t>
          </a:r>
          <a:endParaRPr lang="en-US"/>
        </a:p>
      </dgm:t>
    </dgm:pt>
    <dgm:pt modelId="{B43294AC-B217-4A6A-873B-33265AAEBC81}" type="parTrans" cxnId="{9A7CC9FD-E8F3-4D64-BE02-539009A66CC8}">
      <dgm:prSet/>
      <dgm:spPr/>
      <dgm:t>
        <a:bodyPr/>
        <a:lstStyle/>
        <a:p>
          <a:endParaRPr lang="en-US"/>
        </a:p>
      </dgm:t>
    </dgm:pt>
    <dgm:pt modelId="{57A0272C-1C89-469C-87B9-23ACFE4BBA45}" type="sibTrans" cxnId="{9A7CC9FD-E8F3-4D64-BE02-539009A66CC8}">
      <dgm:prSet/>
      <dgm:spPr/>
      <dgm:t>
        <a:bodyPr/>
        <a:lstStyle/>
        <a:p>
          <a:endParaRPr lang="en-US"/>
        </a:p>
      </dgm:t>
    </dgm:pt>
    <dgm:pt modelId="{2818E223-7C8E-4DAF-B74D-577C17FF77A4}">
      <dgm:prSet/>
      <dgm:spPr/>
      <dgm:t>
        <a:bodyPr/>
        <a:lstStyle/>
        <a:p>
          <a:r>
            <a:rPr lang="en-GB"/>
            <a:t>Benedetti et al., 2019</a:t>
          </a:r>
          <a:endParaRPr lang="en-US"/>
        </a:p>
      </dgm:t>
    </dgm:pt>
    <dgm:pt modelId="{9FC8DB88-BF56-4BEC-A697-18D15E330095}" type="parTrans" cxnId="{8185190D-48D9-4937-9112-35F363F28F63}">
      <dgm:prSet/>
      <dgm:spPr/>
      <dgm:t>
        <a:bodyPr/>
        <a:lstStyle/>
        <a:p>
          <a:endParaRPr lang="en-US"/>
        </a:p>
      </dgm:t>
    </dgm:pt>
    <dgm:pt modelId="{575E29C9-0B16-4CF7-8528-4BECF1C26B7C}" type="sibTrans" cxnId="{8185190D-48D9-4937-9112-35F363F28F63}">
      <dgm:prSet/>
      <dgm:spPr/>
      <dgm:t>
        <a:bodyPr/>
        <a:lstStyle/>
        <a:p>
          <a:endParaRPr lang="en-US"/>
        </a:p>
      </dgm:t>
    </dgm:pt>
    <dgm:pt modelId="{CCEAEA0E-4EF5-42D4-B417-397A6BAD2291}" type="pres">
      <dgm:prSet presAssocID="{AC211581-C7DF-4765-9FF6-77B14E2A0F21}" presName="linear" presStyleCnt="0">
        <dgm:presLayoutVars>
          <dgm:animLvl val="lvl"/>
          <dgm:resizeHandles val="exact"/>
        </dgm:presLayoutVars>
      </dgm:prSet>
      <dgm:spPr/>
    </dgm:pt>
    <dgm:pt modelId="{5EDB72B6-B09C-4C58-82B9-7D136E673E5D}" type="pres">
      <dgm:prSet presAssocID="{180F04BF-7930-4329-903A-9BE8F0EDA14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83391C3-49AE-4BF9-B7CE-D1EC3D190D97}" type="pres">
      <dgm:prSet presAssocID="{224A1664-A3CA-4F2D-97FA-B7C220978003}" presName="spacer" presStyleCnt="0"/>
      <dgm:spPr/>
    </dgm:pt>
    <dgm:pt modelId="{06BB7804-B8A5-40A7-A449-27F36046E6D4}" type="pres">
      <dgm:prSet presAssocID="{F5B796A2-245C-444B-B00D-45542F2127B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B43DE5B-2C31-44FD-AA26-4E02A57BF84E}" type="pres">
      <dgm:prSet presAssocID="{7D92C946-0CFF-43FC-9AD2-D753AC84A5EA}" presName="spacer" presStyleCnt="0"/>
      <dgm:spPr/>
    </dgm:pt>
    <dgm:pt modelId="{A5494BDB-CD14-4C97-9CA2-FA828879692B}" type="pres">
      <dgm:prSet presAssocID="{4E9ECC14-70D8-401A-A8C2-E0DD8750C7E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5F85666-7DA6-46A2-AFA4-776BE7F191D8}" type="pres">
      <dgm:prSet presAssocID="{9E84D4EB-8AFA-454E-9092-CCD5DBB5F48D}" presName="spacer" presStyleCnt="0"/>
      <dgm:spPr/>
    </dgm:pt>
    <dgm:pt modelId="{C63C822B-BF7F-42B4-9005-5523286B451B}" type="pres">
      <dgm:prSet presAssocID="{71579283-2BDC-411B-9435-D5860859BD2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5B0179F-B638-42A5-951F-5AFB5D065F69}" type="pres">
      <dgm:prSet presAssocID="{71579283-2BDC-411B-9435-D5860859BD24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185190D-48D9-4937-9112-35F363F28F63}" srcId="{71579283-2BDC-411B-9435-D5860859BD24}" destId="{2818E223-7C8E-4DAF-B74D-577C17FF77A4}" srcOrd="1" destOrd="0" parTransId="{9FC8DB88-BF56-4BEC-A697-18D15E330095}" sibTransId="{575E29C9-0B16-4CF7-8528-4BECF1C26B7C}"/>
    <dgm:cxn modelId="{5C67C21A-7BF9-49C1-95BA-9B24993CE7CE}" type="presOf" srcId="{5371ECB0-61D8-4251-A476-44AECEB34098}" destId="{E5B0179F-B638-42A5-951F-5AFB5D065F69}" srcOrd="0" destOrd="0" presId="urn:microsoft.com/office/officeart/2005/8/layout/vList2"/>
    <dgm:cxn modelId="{FE755425-475F-4520-BA29-550E5CC01B5E}" srcId="{AC211581-C7DF-4765-9FF6-77B14E2A0F21}" destId="{F5B796A2-245C-444B-B00D-45542F2127BD}" srcOrd="1" destOrd="0" parTransId="{D90070A4-9DC1-45DF-A883-951879346391}" sibTransId="{7D92C946-0CFF-43FC-9AD2-D753AC84A5EA}"/>
    <dgm:cxn modelId="{384BC33E-753A-4805-9787-1A8BB66D67BD}" srcId="{AC211581-C7DF-4765-9FF6-77B14E2A0F21}" destId="{4E9ECC14-70D8-401A-A8C2-E0DD8750C7E4}" srcOrd="2" destOrd="0" parTransId="{0E91EA6D-3064-4E05-B434-9F99A51E071D}" sibTransId="{9E84D4EB-8AFA-454E-9092-CCD5DBB5F48D}"/>
    <dgm:cxn modelId="{9BC6F94C-118E-4683-9645-29DDBB362B41}" srcId="{AC211581-C7DF-4765-9FF6-77B14E2A0F21}" destId="{71579283-2BDC-411B-9435-D5860859BD24}" srcOrd="3" destOrd="0" parTransId="{1374AFD4-20DD-4D43-9136-16F174BA4FD2}" sibTransId="{3A5AF6D2-8AF5-46DF-BC18-FB744A70064B}"/>
    <dgm:cxn modelId="{9F131259-7D3B-47C7-8EDB-2980CCB3BC3F}" srcId="{AC211581-C7DF-4765-9FF6-77B14E2A0F21}" destId="{180F04BF-7930-4329-903A-9BE8F0EDA14E}" srcOrd="0" destOrd="0" parTransId="{CAE5BBD9-4CAE-496D-A30C-8DD1F9FA307A}" sibTransId="{224A1664-A3CA-4F2D-97FA-B7C220978003}"/>
    <dgm:cxn modelId="{DEC24A87-C581-4BFA-A367-E2875F8040F5}" type="presOf" srcId="{71579283-2BDC-411B-9435-D5860859BD24}" destId="{C63C822B-BF7F-42B4-9005-5523286B451B}" srcOrd="0" destOrd="0" presId="urn:microsoft.com/office/officeart/2005/8/layout/vList2"/>
    <dgm:cxn modelId="{852C378C-6A4D-4DAB-BBB0-FBB53D943DC7}" type="presOf" srcId="{4E9ECC14-70D8-401A-A8C2-E0DD8750C7E4}" destId="{A5494BDB-CD14-4C97-9CA2-FA828879692B}" srcOrd="0" destOrd="0" presId="urn:microsoft.com/office/officeart/2005/8/layout/vList2"/>
    <dgm:cxn modelId="{C192A8A9-DCC5-4600-9A0D-E001D57FA073}" type="presOf" srcId="{AC211581-C7DF-4765-9FF6-77B14E2A0F21}" destId="{CCEAEA0E-4EF5-42D4-B417-397A6BAD2291}" srcOrd="0" destOrd="0" presId="urn:microsoft.com/office/officeart/2005/8/layout/vList2"/>
    <dgm:cxn modelId="{47897EAB-B6F2-43BB-8049-BF246B94B132}" type="presOf" srcId="{F5B796A2-245C-444B-B00D-45542F2127BD}" destId="{06BB7804-B8A5-40A7-A449-27F36046E6D4}" srcOrd="0" destOrd="0" presId="urn:microsoft.com/office/officeart/2005/8/layout/vList2"/>
    <dgm:cxn modelId="{9AEFE5C3-536E-47E9-AFBD-CFCBB8435573}" type="presOf" srcId="{180F04BF-7930-4329-903A-9BE8F0EDA14E}" destId="{5EDB72B6-B09C-4C58-82B9-7D136E673E5D}" srcOrd="0" destOrd="0" presId="urn:microsoft.com/office/officeart/2005/8/layout/vList2"/>
    <dgm:cxn modelId="{6E91F4D7-01F6-4390-AA22-85D0519C9928}" type="presOf" srcId="{2818E223-7C8E-4DAF-B74D-577C17FF77A4}" destId="{E5B0179F-B638-42A5-951F-5AFB5D065F69}" srcOrd="0" destOrd="1" presId="urn:microsoft.com/office/officeart/2005/8/layout/vList2"/>
    <dgm:cxn modelId="{9A7CC9FD-E8F3-4D64-BE02-539009A66CC8}" srcId="{71579283-2BDC-411B-9435-D5860859BD24}" destId="{5371ECB0-61D8-4251-A476-44AECEB34098}" srcOrd="0" destOrd="0" parTransId="{B43294AC-B217-4A6A-873B-33265AAEBC81}" sibTransId="{57A0272C-1C89-469C-87B9-23ACFE4BBA45}"/>
    <dgm:cxn modelId="{DCCE6FD7-0041-4442-97DD-472C79131D96}" type="presParOf" srcId="{CCEAEA0E-4EF5-42D4-B417-397A6BAD2291}" destId="{5EDB72B6-B09C-4C58-82B9-7D136E673E5D}" srcOrd="0" destOrd="0" presId="urn:microsoft.com/office/officeart/2005/8/layout/vList2"/>
    <dgm:cxn modelId="{2FB5DC0B-44E9-4388-9E92-2ADC6A1F1609}" type="presParOf" srcId="{CCEAEA0E-4EF5-42D4-B417-397A6BAD2291}" destId="{783391C3-49AE-4BF9-B7CE-D1EC3D190D97}" srcOrd="1" destOrd="0" presId="urn:microsoft.com/office/officeart/2005/8/layout/vList2"/>
    <dgm:cxn modelId="{1E9EEA0E-9962-4BB6-A286-DB1B1F22A064}" type="presParOf" srcId="{CCEAEA0E-4EF5-42D4-B417-397A6BAD2291}" destId="{06BB7804-B8A5-40A7-A449-27F36046E6D4}" srcOrd="2" destOrd="0" presId="urn:microsoft.com/office/officeart/2005/8/layout/vList2"/>
    <dgm:cxn modelId="{4200B74D-FA84-4ACD-96C4-DE7EC3E63E56}" type="presParOf" srcId="{CCEAEA0E-4EF5-42D4-B417-397A6BAD2291}" destId="{8B43DE5B-2C31-44FD-AA26-4E02A57BF84E}" srcOrd="3" destOrd="0" presId="urn:microsoft.com/office/officeart/2005/8/layout/vList2"/>
    <dgm:cxn modelId="{9406501C-63A7-4860-8C2E-4FBD1AA41742}" type="presParOf" srcId="{CCEAEA0E-4EF5-42D4-B417-397A6BAD2291}" destId="{A5494BDB-CD14-4C97-9CA2-FA828879692B}" srcOrd="4" destOrd="0" presId="urn:microsoft.com/office/officeart/2005/8/layout/vList2"/>
    <dgm:cxn modelId="{40ED33E8-6F14-44F4-8141-907CAD585D51}" type="presParOf" srcId="{CCEAEA0E-4EF5-42D4-B417-397A6BAD2291}" destId="{55F85666-7DA6-46A2-AFA4-776BE7F191D8}" srcOrd="5" destOrd="0" presId="urn:microsoft.com/office/officeart/2005/8/layout/vList2"/>
    <dgm:cxn modelId="{7272670E-79E6-4D81-9B28-9EA5ACBF0A7C}" type="presParOf" srcId="{CCEAEA0E-4EF5-42D4-B417-397A6BAD2291}" destId="{C63C822B-BF7F-42B4-9005-5523286B451B}" srcOrd="6" destOrd="0" presId="urn:microsoft.com/office/officeart/2005/8/layout/vList2"/>
    <dgm:cxn modelId="{C3F7BF26-C952-46BD-81F1-253EBE99DF94}" type="presParOf" srcId="{CCEAEA0E-4EF5-42D4-B417-397A6BAD2291}" destId="{E5B0179F-B638-42A5-951F-5AFB5D065F69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1A8884-9FB4-4ABD-8253-1261D3616266}">
      <dsp:nvSpPr>
        <dsp:cNvPr id="0" name=""/>
        <dsp:cNvSpPr/>
      </dsp:nvSpPr>
      <dsp:spPr>
        <a:xfrm>
          <a:off x="0" y="2282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7DC80-88ED-4625-9D6E-3C15BA6B6D56}">
      <dsp:nvSpPr>
        <dsp:cNvPr id="0" name=""/>
        <dsp:cNvSpPr/>
      </dsp:nvSpPr>
      <dsp:spPr>
        <a:xfrm>
          <a:off x="349915" y="262549"/>
          <a:ext cx="636209" cy="6362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F7712-21E3-481D-B265-6A1075B7EA85}">
      <dsp:nvSpPr>
        <dsp:cNvPr id="0" name=""/>
        <dsp:cNvSpPr/>
      </dsp:nvSpPr>
      <dsp:spPr>
        <a:xfrm>
          <a:off x="1336039" y="2282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Classical computers struggle with high‑dimensional problems.</a:t>
          </a:r>
          <a:endParaRPr lang="en-US" sz="1800" kern="1200"/>
        </a:p>
      </dsp:txBody>
      <dsp:txXfrm>
        <a:off x="1336039" y="2282"/>
        <a:ext cx="4835908" cy="1156744"/>
      </dsp:txXfrm>
    </dsp:sp>
    <dsp:sp modelId="{7C7EBAB4-BD06-46F4-8D75-B568526631FA}">
      <dsp:nvSpPr>
        <dsp:cNvPr id="0" name=""/>
        <dsp:cNvSpPr/>
      </dsp:nvSpPr>
      <dsp:spPr>
        <a:xfrm>
          <a:off x="0" y="1448212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7037A0-8900-4073-9EF0-54260D38CC52}">
      <dsp:nvSpPr>
        <dsp:cNvPr id="0" name=""/>
        <dsp:cNvSpPr/>
      </dsp:nvSpPr>
      <dsp:spPr>
        <a:xfrm>
          <a:off x="349915" y="1708480"/>
          <a:ext cx="636209" cy="6362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A8AFD7-8043-4443-A825-04457F8A3D12}">
      <dsp:nvSpPr>
        <dsp:cNvPr id="0" name=""/>
        <dsp:cNvSpPr/>
      </dsp:nvSpPr>
      <dsp:spPr>
        <a:xfrm>
          <a:off x="1336039" y="1448212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Quantum computing uses qubits to process richer information.</a:t>
          </a:r>
          <a:endParaRPr lang="en-US" sz="1800" kern="1200"/>
        </a:p>
      </dsp:txBody>
      <dsp:txXfrm>
        <a:off x="1336039" y="1448212"/>
        <a:ext cx="4835908" cy="1156744"/>
      </dsp:txXfrm>
    </dsp:sp>
    <dsp:sp modelId="{0C0CAD70-AF63-409D-8EFB-C3DC094E6179}">
      <dsp:nvSpPr>
        <dsp:cNvPr id="0" name=""/>
        <dsp:cNvSpPr/>
      </dsp:nvSpPr>
      <dsp:spPr>
        <a:xfrm>
          <a:off x="0" y="2894143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4482E8-89FB-48F8-B690-5F1531FC0050}">
      <dsp:nvSpPr>
        <dsp:cNvPr id="0" name=""/>
        <dsp:cNvSpPr/>
      </dsp:nvSpPr>
      <dsp:spPr>
        <a:xfrm>
          <a:off x="349915" y="3154410"/>
          <a:ext cx="636209" cy="6362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2E9C9-30F3-4B1D-BF40-4048828FE206}">
      <dsp:nvSpPr>
        <dsp:cNvPr id="0" name=""/>
        <dsp:cNvSpPr/>
      </dsp:nvSpPr>
      <dsp:spPr>
        <a:xfrm>
          <a:off x="1336039" y="2894143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NISQ devices allow experimentation despite noise.</a:t>
          </a:r>
          <a:endParaRPr lang="en-US" sz="1800" kern="1200"/>
        </a:p>
      </dsp:txBody>
      <dsp:txXfrm>
        <a:off x="1336039" y="2894143"/>
        <a:ext cx="4835908" cy="1156744"/>
      </dsp:txXfrm>
    </dsp:sp>
    <dsp:sp modelId="{4F7EF84A-3E72-4347-85ED-670D2934EFCD}">
      <dsp:nvSpPr>
        <dsp:cNvPr id="0" name=""/>
        <dsp:cNvSpPr/>
      </dsp:nvSpPr>
      <dsp:spPr>
        <a:xfrm>
          <a:off x="0" y="4342355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39A3A2-77F0-44F6-87A7-1DE69BA23ED3}">
      <dsp:nvSpPr>
        <dsp:cNvPr id="0" name=""/>
        <dsp:cNvSpPr/>
      </dsp:nvSpPr>
      <dsp:spPr>
        <a:xfrm>
          <a:off x="349915" y="4600340"/>
          <a:ext cx="636209" cy="6362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E89D98-9D66-497E-8CF4-B409948DE1BD}">
      <dsp:nvSpPr>
        <dsp:cNvPr id="0" name=""/>
        <dsp:cNvSpPr/>
      </dsp:nvSpPr>
      <dsp:spPr>
        <a:xfrm>
          <a:off x="1336039" y="4340073"/>
          <a:ext cx="2777376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Quantum computing may enable breakthroughs in optimisation.</a:t>
          </a:r>
          <a:endParaRPr lang="en-US" sz="1800" kern="1200"/>
        </a:p>
      </dsp:txBody>
      <dsp:txXfrm>
        <a:off x="1336039" y="4340073"/>
        <a:ext cx="2777376" cy="1156744"/>
      </dsp:txXfrm>
    </dsp:sp>
    <dsp:sp modelId="{42A5DE55-D06E-4B56-BA43-BAB1DA329E45}">
      <dsp:nvSpPr>
        <dsp:cNvPr id="0" name=""/>
        <dsp:cNvSpPr/>
      </dsp:nvSpPr>
      <dsp:spPr>
        <a:xfrm>
          <a:off x="4330447" y="4540826"/>
          <a:ext cx="1624469" cy="755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Nielsen &amp; Chuang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Biamonte et al., 2017</a:t>
          </a:r>
          <a:endParaRPr lang="en-US" sz="1200" kern="1200"/>
        </a:p>
      </dsp:txBody>
      <dsp:txXfrm>
        <a:off x="4330447" y="4540826"/>
        <a:ext cx="1624469" cy="7552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F4DD6F-F106-4A54-BF1F-25602DA5B086}">
      <dsp:nvSpPr>
        <dsp:cNvPr id="0" name=""/>
        <dsp:cNvSpPr/>
      </dsp:nvSpPr>
      <dsp:spPr>
        <a:xfrm>
          <a:off x="0" y="71234"/>
          <a:ext cx="5195889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QSVMs enhance high‑dimensional classification.</a:t>
          </a:r>
          <a:endParaRPr lang="en-US" sz="2000" kern="1200"/>
        </a:p>
      </dsp:txBody>
      <dsp:txXfrm>
        <a:off x="37696" y="108930"/>
        <a:ext cx="5120497" cy="696808"/>
      </dsp:txXfrm>
    </dsp:sp>
    <dsp:sp modelId="{7478499B-3506-4E50-B380-89F16900FE64}">
      <dsp:nvSpPr>
        <dsp:cNvPr id="0" name=""/>
        <dsp:cNvSpPr/>
      </dsp:nvSpPr>
      <dsp:spPr>
        <a:xfrm>
          <a:off x="0" y="901034"/>
          <a:ext cx="5195889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VQAs mix quantum and classical optimisation.</a:t>
          </a:r>
          <a:endParaRPr lang="en-US" sz="2000" kern="1200"/>
        </a:p>
      </dsp:txBody>
      <dsp:txXfrm>
        <a:off x="37696" y="938730"/>
        <a:ext cx="5120497" cy="696808"/>
      </dsp:txXfrm>
    </dsp:sp>
    <dsp:sp modelId="{48DFD79C-1461-4F64-BDA7-3273E5B96AEF}">
      <dsp:nvSpPr>
        <dsp:cNvPr id="0" name=""/>
        <dsp:cNvSpPr/>
      </dsp:nvSpPr>
      <dsp:spPr>
        <a:xfrm>
          <a:off x="0" y="1730835"/>
          <a:ext cx="5195889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QRL improves exploration using quantum effects.</a:t>
          </a:r>
          <a:endParaRPr lang="en-US" sz="2000" kern="1200"/>
        </a:p>
      </dsp:txBody>
      <dsp:txXfrm>
        <a:off x="37696" y="1768531"/>
        <a:ext cx="5120497" cy="696808"/>
      </dsp:txXfrm>
    </dsp:sp>
    <dsp:sp modelId="{533AA274-E471-434E-B46C-F319F80FC5F2}">
      <dsp:nvSpPr>
        <dsp:cNvPr id="0" name=""/>
        <dsp:cNvSpPr/>
      </dsp:nvSpPr>
      <dsp:spPr>
        <a:xfrm>
          <a:off x="0" y="2560635"/>
          <a:ext cx="5195889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Quantum algorithms aim to outperform classical ones.</a:t>
          </a:r>
          <a:endParaRPr lang="en-US" sz="2000" kern="1200"/>
        </a:p>
      </dsp:txBody>
      <dsp:txXfrm>
        <a:off x="37696" y="2598331"/>
        <a:ext cx="5120497" cy="696808"/>
      </dsp:txXfrm>
    </dsp:sp>
    <dsp:sp modelId="{06D7B928-1E08-4ED0-BFB3-A594639EC024}">
      <dsp:nvSpPr>
        <dsp:cNvPr id="0" name=""/>
        <dsp:cNvSpPr/>
      </dsp:nvSpPr>
      <dsp:spPr>
        <a:xfrm>
          <a:off x="0" y="3332835"/>
          <a:ext cx="5195889" cy="527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969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/>
            <a:t>Schuld &amp; Petruccione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/>
            <a:t>Benedetti et al., 2019</a:t>
          </a:r>
          <a:endParaRPr lang="en-US" sz="1600" kern="1200"/>
        </a:p>
      </dsp:txBody>
      <dsp:txXfrm>
        <a:off x="0" y="3332835"/>
        <a:ext cx="5195889" cy="5278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DB72B6-B09C-4C58-82B9-7D136E673E5D}">
      <dsp:nvSpPr>
        <dsp:cNvPr id="0" name=""/>
        <dsp:cNvSpPr/>
      </dsp:nvSpPr>
      <dsp:spPr>
        <a:xfrm>
          <a:off x="0" y="9702"/>
          <a:ext cx="6171948" cy="1119690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Quantum systems suffer from noise and decoherence.</a:t>
          </a:r>
          <a:endParaRPr lang="en-US" sz="2900" kern="1200"/>
        </a:p>
      </dsp:txBody>
      <dsp:txXfrm>
        <a:off x="54659" y="64361"/>
        <a:ext cx="6062630" cy="1010372"/>
      </dsp:txXfrm>
    </dsp:sp>
    <dsp:sp modelId="{06BB7804-B8A5-40A7-A449-27F36046E6D4}">
      <dsp:nvSpPr>
        <dsp:cNvPr id="0" name=""/>
        <dsp:cNvSpPr/>
      </dsp:nvSpPr>
      <dsp:spPr>
        <a:xfrm>
          <a:off x="0" y="1212912"/>
          <a:ext cx="6171948" cy="1119690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Scaling remains difficult due to qubit instability.</a:t>
          </a:r>
          <a:endParaRPr lang="en-US" sz="2900" kern="1200"/>
        </a:p>
      </dsp:txBody>
      <dsp:txXfrm>
        <a:off x="54659" y="1267571"/>
        <a:ext cx="6062630" cy="1010372"/>
      </dsp:txXfrm>
    </dsp:sp>
    <dsp:sp modelId="{A5494BDB-CD14-4C97-9CA2-FA828879692B}">
      <dsp:nvSpPr>
        <dsp:cNvPr id="0" name=""/>
        <dsp:cNvSpPr/>
      </dsp:nvSpPr>
      <dsp:spPr>
        <a:xfrm>
          <a:off x="0" y="2416122"/>
          <a:ext cx="6171948" cy="1119690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Applications include space science and cybersecurity.</a:t>
          </a:r>
          <a:endParaRPr lang="en-US" sz="2900" kern="1200"/>
        </a:p>
      </dsp:txBody>
      <dsp:txXfrm>
        <a:off x="54659" y="2470781"/>
        <a:ext cx="6062630" cy="1010372"/>
      </dsp:txXfrm>
    </dsp:sp>
    <dsp:sp modelId="{C63C822B-BF7F-42B4-9005-5523286B451B}">
      <dsp:nvSpPr>
        <dsp:cNvPr id="0" name=""/>
        <dsp:cNvSpPr/>
      </dsp:nvSpPr>
      <dsp:spPr>
        <a:xfrm>
          <a:off x="0" y="3619332"/>
          <a:ext cx="6171948" cy="1119690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Quantum computing may accelerate drug discovery.</a:t>
          </a:r>
          <a:endParaRPr lang="en-US" sz="2900" kern="1200"/>
        </a:p>
      </dsp:txBody>
      <dsp:txXfrm>
        <a:off x="54659" y="3673991"/>
        <a:ext cx="6062630" cy="1010372"/>
      </dsp:txXfrm>
    </dsp:sp>
    <dsp:sp modelId="{E5B0179F-B638-42A5-951F-5AFB5D065F69}">
      <dsp:nvSpPr>
        <dsp:cNvPr id="0" name=""/>
        <dsp:cNvSpPr/>
      </dsp:nvSpPr>
      <dsp:spPr>
        <a:xfrm>
          <a:off x="0" y="4739022"/>
          <a:ext cx="6171948" cy="750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959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300" kern="1200"/>
            <a:t>Nielsen &amp; Chuang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300" kern="1200"/>
            <a:t>Benedetti et al., 2019</a:t>
          </a:r>
          <a:endParaRPr lang="en-US" sz="2300" kern="1200"/>
        </a:p>
      </dsp:txBody>
      <dsp:txXfrm>
        <a:off x="0" y="4739022"/>
        <a:ext cx="6171948" cy="7503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19FD3-62ED-47CB-B41E-40D391F55606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EFDB8-E1E4-4B97-A2C6-D79DB32FC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323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EFDB8-E1E4-4B97-A2C6-D79DB32FCCE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625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21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14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701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82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14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83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69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81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55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307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92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44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0.png"/><Relationship Id="rId4" Type="http://schemas.openxmlformats.org/officeDocument/2006/relationships/notesSlide" Target="../notesSlides/notesSlide1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0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10" Type="http://schemas.openxmlformats.org/officeDocument/2006/relationships/image" Target="../media/image10.png"/><Relationship Id="rId4" Type="http://schemas.openxmlformats.org/officeDocument/2006/relationships/diagramData" Target="../diagrams/data2.xml"/><Relationship Id="rId9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3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42C1E1-7FE1-25B7-F97C-9572EDADE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9"/>
            <a:ext cx="4857857" cy="1807434"/>
          </a:xfrm>
        </p:spPr>
        <p:txBody>
          <a:bodyPr>
            <a:normAutofit fontScale="90000"/>
          </a:bodyPr>
          <a:lstStyle/>
          <a:p>
            <a:r>
              <a:rPr lang="en-GB" b="1"/>
              <a:t>Quantum computing</a:t>
            </a:r>
            <a:br>
              <a:rPr lang="en-GB"/>
            </a:b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C0170-CEB3-CC11-5CF3-544AF1E92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2530769"/>
            <a:ext cx="4914900" cy="898229"/>
          </a:xfrm>
        </p:spPr>
        <p:txBody>
          <a:bodyPr>
            <a:normAutofit/>
          </a:bodyPr>
          <a:lstStyle/>
          <a:p>
            <a:r>
              <a:rPr lang="en-GB" b="1"/>
              <a:t>Navigating the Future of Quantum</a:t>
            </a:r>
            <a:endParaRPr lang="en-GB"/>
          </a:p>
          <a:p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ireframe of lines and dots&#10;&#10;AI-generated content may be incorrect.">
            <a:extLst>
              <a:ext uri="{FF2B5EF4-FFF2-40B4-BE49-F238E27FC236}">
                <a16:creationId xmlns:a16="http://schemas.microsoft.com/office/drawing/2014/main" id="{77FC233B-DD6A-7C6A-ED5E-02FF16517D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24" r="6870" b="2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17A41F-93E1-304B-41C9-72191568F5BE}"/>
              </a:ext>
            </a:extLst>
          </p:cNvPr>
          <p:cNvSpPr txBox="1"/>
          <p:nvPr/>
        </p:nvSpPr>
        <p:spPr>
          <a:xfrm>
            <a:off x="798994" y="5487769"/>
            <a:ext cx="4914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/>
          </a:p>
          <a:p>
            <a:r>
              <a:rPr lang="en-GB"/>
              <a:t>By Karshan Thiyagalingam</a:t>
            </a:r>
          </a:p>
        </p:txBody>
      </p:sp>
    </p:spTree>
    <p:extLst>
      <p:ext uri="{BB962C8B-B14F-4D97-AF65-F5344CB8AC3E}">
        <p14:creationId xmlns:p14="http://schemas.microsoft.com/office/powerpoint/2010/main" val="3738661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0919C8-BBCB-4E5E-E44B-8C343DF11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GB"/>
              <a:t>What is quantum computing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9EA165-84DA-A9C5-6479-0D69A13B73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9975571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6" name="Audio 5">
            <a:extLst>
              <a:ext uri="{FF2B5EF4-FFF2-40B4-BE49-F238E27FC236}">
                <a16:creationId xmlns:a16="http://schemas.microsoft.com/office/drawing/2014/main" id="{8C177F27-6E52-9351-052F-13DB7F03827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60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645"/>
    </mc:Choice>
    <mc:Fallback xmlns="">
      <p:transition spd="slow" advTm="626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FBB07-2F9A-BC23-74BE-F52FED794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GB"/>
              <a:t>Quantum principles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C3BD7-2FFF-49A5-8F23-B7BD02AAD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28285A"/>
                </a:solidFill>
              </a:defRPr>
            </a:pPr>
            <a:r>
              <a:rPr lang="en-GB"/>
              <a:t>Superposition lets qubits exist in multiple states.</a:t>
            </a:r>
          </a:p>
          <a:p>
            <a:pPr>
              <a:defRPr>
                <a:solidFill>
                  <a:srgbClr val="28285A"/>
                </a:solidFill>
              </a:defRPr>
            </a:pPr>
            <a:r>
              <a:rPr lang="en-GB"/>
              <a:t>Entanglement links qubits over distance.</a:t>
            </a:r>
          </a:p>
          <a:p>
            <a:pPr>
              <a:defRPr>
                <a:solidFill>
                  <a:srgbClr val="28285A"/>
                </a:solidFill>
              </a:defRPr>
            </a:pPr>
            <a:r>
              <a:rPr lang="en-GB"/>
              <a:t>Quantum gates manipulate qubit behaviour.</a:t>
            </a:r>
          </a:p>
          <a:p>
            <a:pPr>
              <a:defRPr>
                <a:solidFill>
                  <a:srgbClr val="28285A"/>
                </a:solidFill>
              </a:defRPr>
            </a:pPr>
            <a:r>
              <a:rPr lang="en-GB"/>
              <a:t>Quantum states allow parallel information encoding.</a:t>
            </a:r>
          </a:p>
          <a:p>
            <a:endParaRPr lang="en-GB"/>
          </a:p>
          <a:p>
            <a:pPr lvl="1">
              <a:defRPr>
                <a:solidFill>
                  <a:srgbClr val="64648C"/>
                </a:solidFill>
              </a:defRPr>
            </a:pPr>
            <a:r>
              <a:rPr lang="en-GB"/>
              <a:t>Nielsen &amp; Chuang</a:t>
            </a:r>
          </a:p>
          <a:p>
            <a:pPr lvl="1">
              <a:defRPr>
                <a:solidFill>
                  <a:srgbClr val="64648C"/>
                </a:solidFill>
              </a:defRPr>
            </a:pPr>
            <a:r>
              <a:rPr lang="en-GB"/>
              <a:t>Biamonte et al., 2017</a:t>
            </a:r>
          </a:p>
        </p:txBody>
      </p:sp>
      <p:pic>
        <p:nvPicPr>
          <p:cNvPr id="5" name="Picture 4" descr="Water droplet on a petal">
            <a:extLst>
              <a:ext uri="{FF2B5EF4-FFF2-40B4-BE49-F238E27FC236}">
                <a16:creationId xmlns:a16="http://schemas.microsoft.com/office/drawing/2014/main" id="{040CF417-0D67-00F6-09C0-70E74994CB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509" r="23155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  <p:pic>
        <p:nvPicPr>
          <p:cNvPr id="6" name="Audio 5">
            <a:extLst>
              <a:ext uri="{FF2B5EF4-FFF2-40B4-BE49-F238E27FC236}">
                <a16:creationId xmlns:a16="http://schemas.microsoft.com/office/drawing/2014/main" id="{BA9BC3C3-439A-0009-1888-4F94C527AAC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381"/>
    </mc:Choice>
    <mc:Fallback xmlns="">
      <p:transition spd="slow" advTm="633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6CA9D7-07C6-8358-CA96-A63085EBC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GB"/>
              <a:t>Quantum Algorithms </a:t>
            </a:r>
          </a:p>
        </p:txBody>
      </p: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38" name="Content Placeholder 2">
            <a:extLst>
              <a:ext uri="{FF2B5EF4-FFF2-40B4-BE49-F238E27FC236}">
                <a16:creationId xmlns:a16="http://schemas.microsoft.com/office/drawing/2014/main" id="{686BE27E-D27D-D1A0-A6B8-B183DBDE84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4623577"/>
              </p:ext>
            </p:extLst>
          </p:nvPr>
        </p:nvGraphicFramePr>
        <p:xfrm>
          <a:off x="704088" y="2231136"/>
          <a:ext cx="5195889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26" name="Picture 2" descr="What is Quantum Entanglement? NASA Science">
            <a:extLst>
              <a:ext uri="{FF2B5EF4-FFF2-40B4-BE49-F238E27FC236}">
                <a16:creationId xmlns:a16="http://schemas.microsoft.com/office/drawing/2014/main" id="{9A90591F-8B25-F9B0-E28B-72E5E68E3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22" r="14801"/>
          <a:stretch>
            <a:fillRect/>
          </a:stretch>
        </p:blipFill>
        <p:spPr bwMode="auto">
          <a:xfrm>
            <a:off x="6420752" y="-1"/>
            <a:ext cx="577124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Audio 3">
            <a:extLst>
              <a:ext uri="{FF2B5EF4-FFF2-40B4-BE49-F238E27FC236}">
                <a16:creationId xmlns:a16="http://schemas.microsoft.com/office/drawing/2014/main" id="{62294FAD-2734-A368-C90E-482ECB770F6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70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170"/>
    </mc:Choice>
    <mc:Fallback xmlns="">
      <p:transition spd="slow" advTm="681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C69D25-8A78-9774-6EF9-B55C66206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GB"/>
              <a:t>Challenges and application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E986BB-39AB-CCBC-E22D-86F7A9B219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9740742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Audio 3">
            <a:extLst>
              <a:ext uri="{FF2B5EF4-FFF2-40B4-BE49-F238E27FC236}">
                <a16:creationId xmlns:a16="http://schemas.microsoft.com/office/drawing/2014/main" id="{13F30E1E-25BE-BD70-7C38-668504D661B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69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047"/>
    </mc:Choice>
    <mc:Fallback xmlns="">
      <p:transition spd="slow" advTm="670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Macintosh PowerPoint</Application>
  <PresentationFormat>Widescreen</PresentationFormat>
  <Paragraphs>34</Paragraphs>
  <Slides>5</Slides>
  <Notes>1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Calisto MT</vt:lpstr>
      <vt:lpstr>Univers Condensed</vt:lpstr>
      <vt:lpstr>ChronicleVTI</vt:lpstr>
      <vt:lpstr>Quantum computing </vt:lpstr>
      <vt:lpstr>What is quantum computing</vt:lpstr>
      <vt:lpstr>Quantum principles</vt:lpstr>
      <vt:lpstr>Quantum Algorithms </vt:lpstr>
      <vt:lpstr>Challenges and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Thiyagalingam, Karshan (UG - Comp Sci &amp; Elec Eng)</dc:creator>
  <cp:lastModifiedBy>Karshan Thiyagalingam</cp:lastModifiedBy>
  <cp:revision>2</cp:revision>
  <dcterms:created xsi:type="dcterms:W3CDTF">2025-12-05T10:56:55Z</dcterms:created>
  <dcterms:modified xsi:type="dcterms:W3CDTF">2025-12-05T15:36:50Z</dcterms:modified>
</cp:coreProperties>
</file>